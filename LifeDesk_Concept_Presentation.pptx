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LifeDesk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2BEFF"/>
                </a:solidFill>
              </a:defRPr>
            </a:pPr>
            <a:r>
              <a:t>A persistent AI memory layer for your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2E1"/>
                </a:solidFill>
              </a:defRPr>
            </a:pPr>
            <a:r>
              <a:t>From remembering what you did to helping you act on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AI often feels like a blank slate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Users repeatedly explain their context, preferences, devices and past solutions.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Important information is scattered across chats, PDFs, receipts, screenshots and apps.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The missing capability is persistent, cross-domain memory that stays useful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The LifeDesk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One trusted memory layer for a person’s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LifeDesk stores meaningful facts, experiences, documents and solutions.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connects people, devices, purchases, warranties, fixes and preferences.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The goal is continuity: the AI remembers the past and uses it responsibly in the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Four layers working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1. Ingestion — text, voice, receipts, PDFs, screenshots and connected APIs.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2. Memory — vector search for meaning + knowledge graph for relationships.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3. Reasoning — decides what to retrieve, when to search, and when to update memory.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4. Action — connects calendars, reminders, tasks and other tools to execute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The Ingestion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The senses of LifeDesk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Active logging: users record what happened, what they bought, fixed or learned.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Passive logging: permitted integrations can capture useful events such as receipts.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Multimodal support turns everyday information into structured, searchable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The Memory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Semantic recall + connected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Vector database: answers vague questions such as “How did I fix this last time?”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Knowledge graph: links entities such as Device → Model → Purchase → Warranty → Manual.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Memory should include timestamps, confidence, source and importance so old facts can be handled safely.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The Reasoning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From retrieval to useful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An orchestration layer determines whether to use memory, search for new information, or ask the user.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can reconcile conflicting memories and prefer recent, authoritative sources.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A controlled memory-update policy prevents the system from blindly recording everything.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The Action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Turn answers into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Create reminders for maintenance and renewals.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Connect tasks, calendars and budgeting tools.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Move from “here’s what you could do” toward “here’s the next useful action.”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High-Value Use Case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“What did I do last time?”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A recurring software bug appears months later.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LifeDesk retrieves the previous incident and the exact successful steps.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The user gets continuity instead of starting troubleshooting from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High-Value Use Case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Proactive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A maintenance receipt is linked to a specific vehicle or device.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LifeDesk combines the receipt with the relevant manual or maintenance schedule.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can propose a reminder for the next service event, with user approval before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High-Value Use Case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Expense &amp; subscription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LifeDesk notices recurring charges alongside the user’s activity and records.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can surface potentially unused subscriptions or renewal dates.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The user decides whether to investigate, change or cancel anything.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Critical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Trust is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Privacy and security: sensitive documents and personal history require strong protection.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Context drift: preferences and circumstances change over time.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Information overload: remembering everything can make retrieval worse.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Transparency: users need to know what was remembered, why it was retrieved, and where it came from.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MVP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Start narrow and prove the memory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Domain 1: Devices &amp; Manuals — add household devices and identify the correct manuals/models.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Domain 2: Fix-It Log — record problems, solutions and outcomes.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Core loop: Capture → Retrieve → Explain → Resolve → Update memory.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Only after this works reliably should LifeDesk expand into expenses, documents and scheduling.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Example MVP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A simple end-to-end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User: “My washing machine is showing E21.”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LifeDesk identifies the stored device model and retrieves the relevant manual.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checks the user’s previous fix history for that device.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gives model-specific steps and records the outcome after the user confirms the fix.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Future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From personal memory to a life operating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Documents &amp; warranties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Expenses &amp; subscriptions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Travel and preferences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Home maintenance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Personal projects and learning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Proactive reminders and cross-domain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E32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F73"/>
                </a:solidFill>
              </a:defRPr>
            </a:pPr>
            <a:r>
              <a:t>LifeDesk is about 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The differentiator is not simply another chatbot.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is a persistent memory system that connects context across time and domains.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Build trust first. Prove retrieval quality. Then expand the agent’s ability to 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2"/>
                </a:solidFill>
              </a:defRPr>
            </a:pPr>
            <a:r>
              <a:t>Visual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F73"/>
                </a:solidFill>
              </a:defRPr>
            </a:pPr>
            <a:r>
              <a:t>How information flows through LifeDesk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2"/>
                </a:solidFill>
              </a:defRPr>
            </a:pPr>
            <a:r>
              <a:t>Memory Graph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F73"/>
                </a:solidFill>
              </a:defRPr>
            </a:pPr>
            <a:r>
              <a:t>LifeDesk connects entities instead of storing isolated notes</a:t>
            </a:r>
          </a:p>
        </p:txBody>
      </p:sp>
      <p:pic>
        <p:nvPicPr>
          <p:cNvPr id="5" name="Picture 4" descr="memor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2"/>
                </a:solidFill>
              </a:defRPr>
            </a:pPr>
            <a:r>
              <a:t>MVP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F73"/>
                </a:solidFill>
              </a:defRPr>
            </a:pPr>
            <a:r>
              <a:t>The core Capture → Retrieve → Resolve → Learn loop</a:t>
            </a:r>
          </a:p>
        </p:txBody>
      </p:sp>
      <p:pic>
        <p:nvPicPr>
          <p:cNvPr id="5" name="Picture 4" descr="mvp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4352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